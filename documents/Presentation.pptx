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ajitkumarsaini02/retail-inventory-management-system" TargetMode="External"/><Relationship Id="rId4" Type="http://schemas.openxmlformats.org/officeDocument/2006/relationships/hyperlink" Target="https://rims-erp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4A4A4A">
              <a:alpha val="40000"/>
            </a:srgbClr>
          </a:solidFill>
          <a:ln w="12700">
            <a:solidFill>
              <a:srgbClr val="4A4A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BDBDBD">
              <a:alpha val="25000"/>
            </a:srgbClr>
          </a:solidFill>
          <a:ln w="12700">
            <a:solidFill>
              <a:srgbClr val="BDBDBD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SEMESTER CAPSTONE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28016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Inventory &amp; Supply Chain ERP System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platform with stateless JWT security and multi-warehouse inventory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1965960" cy="411480"/>
          </a:xfrm>
          <a:prstGeom prst="roundRect">
            <a:avLst>
              <a:gd name="adj" fmla="val 44444"/>
            </a:avLst>
          </a:prstGeom>
          <a:solidFill>
            <a:srgbClr val="3A3A3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794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· Spring Boot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3794760"/>
            <a:ext cx="1965960" cy="411480"/>
          </a:xfrm>
          <a:prstGeom prst="roundRect">
            <a:avLst>
              <a:gd name="adj" fmla="val 44444"/>
            </a:avLst>
          </a:prstGeom>
          <a:solidFill>
            <a:srgbClr val="3A3A3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3794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3794760"/>
            <a:ext cx="1965960" cy="411480"/>
          </a:xfrm>
          <a:prstGeom prst="roundRect">
            <a:avLst>
              <a:gd name="adj" fmla="val 44444"/>
            </a:avLst>
          </a:prstGeom>
          <a:solidFill>
            <a:srgbClr val="3A3A3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3794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RBAC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40880" y="3794760"/>
            <a:ext cx="1965960" cy="411480"/>
          </a:xfrm>
          <a:prstGeom prst="roundRect">
            <a:avLst>
              <a:gd name="adj" fmla="val 44444"/>
            </a:avLst>
          </a:prstGeom>
          <a:solidFill>
            <a:srgbClr val="3A3A3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0" y="3794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0" y="3794760"/>
            <a:ext cx="1965960" cy="411480"/>
          </a:xfrm>
          <a:prstGeom prst="roundRect">
            <a:avLst>
              <a:gd name="adj" fmla="val 44444"/>
            </a:avLst>
          </a:prstGeom>
          <a:solidFill>
            <a:srgbClr val="3A3A3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0" y="3794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75488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48463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Ajit Kumar Saini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3rd Year · ABES Engineering College, Ghaziabad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475488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48463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Sakshi Mohinia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 · Dept. of Computer Science &amp;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| MOTIVATION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error-prone manual records with one integrated inventory system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31720"/>
            <a:ext cx="4846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records: </a:t>
            </a:r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and paper cause duplication and discrepancies.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10128"/>
            <a:ext cx="4846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 &amp; holding costs: </a:t>
            </a:r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low-stock warnings leads to shortages or overstock.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88536"/>
            <a:ext cx="4846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blindspots: </a:t>
            </a:r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consolidated on-hand vs reserved view per hub.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266944"/>
            <a:ext cx="4846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Unregulated access: </a:t>
            </a:r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 boundary between operators and administrators.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3796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37960" y="2423160"/>
            <a:ext cx="457200" cy="45720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23774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inventory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warehouses and stock in one relational store.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37960" y="3383280"/>
            <a:ext cx="457200" cy="45720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3337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order pipelines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orders (6 stages) and purchase orders (5 stages).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37960" y="4343400"/>
            <a:ext cx="457200" cy="45720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42976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RBAC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with JWT; ADMIN and USER roles.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37960" y="5303520"/>
            <a:ext cx="457200" cy="45720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52578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web interface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22 SPA with REST APIs and Tailwind UI.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| TECHNICAL FOUNDATION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three-tier architecture built on industry-standard frameworks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11680"/>
            <a:ext cx="3108960" cy="411480"/>
          </a:xfrm>
          <a:prstGeom prst="roundRect">
            <a:avLst>
              <a:gd name="adj" fmla="val 22222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 22 &amp; Tailwind v4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0040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components, Router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with Signals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guards for protected pages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with JWT interceptor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 dual theme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011680"/>
            <a:ext cx="3108960" cy="411480"/>
          </a:xfrm>
          <a:prstGeom prst="roundRect">
            <a:avLst>
              <a:gd name="adj" fmla="val 2222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 &amp; Security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20040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LTS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/ Hibernate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 filter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(@NotNull, @Min)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build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011680"/>
            <a:ext cx="3108960" cy="411480"/>
          </a:xfrm>
          <a:prstGeom prst="roundRect">
            <a:avLst>
              <a:gd name="adj" fmla="val 22222"/>
            </a:avLst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&amp; TOOLS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8 &amp; Tooling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20040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normalized tables (3NF)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keys, unique SKU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/ Thunder Client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npm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|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3-Tier Architecture &amp; Request 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REST communication with JWT filter gatekeeping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4066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arch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713232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75320" y="1783080"/>
            <a:ext cx="3291840" cy="4480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58200" y="1965960"/>
            <a:ext cx="457200" cy="45720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582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052560" y="19202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sends JSON requests with an Authorization: Bearer header.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458200" y="3017520"/>
            <a:ext cx="457200" cy="45720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58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0" y="29718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filter validates the token and extracts the role.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458200" y="4069080"/>
            <a:ext cx="457200" cy="45720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052560" y="40233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check stock and manage order lifecycles.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458200" y="5120640"/>
            <a:ext cx="457200" cy="45720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5820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50749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over JDBC to MySQL.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| MODULES &amp; RBAC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Business Modules &amp; Access Control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modules; Supplier, Purchase Order and User APIs are ADMIN-only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SKU, brand, category, price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29000" y="178308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11880" y="1874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Capacity, contact, status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0" y="1874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On-hand, reserved, reorder level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006840" y="178308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89720" y="1874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contact details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30632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Multi-item orders, 6 stages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429000" y="297180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611880" y="30632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profiles · ADMIN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297180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00800" y="30632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receive stock · ADMIN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006840" y="297180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89720" y="30632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roles · ADMIN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25196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14400" y="438912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all modules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purchase orders; receiving stock raises inventory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suppliers, users and roles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55080" y="425196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629400" y="4389120"/>
            <a:ext cx="4663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 entry and customer lookup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products and stock availability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registered account becomes ADMIN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| DATA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 &amp; ER Model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normalized tables enforcing referential integrity and status pipelines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6751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er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6400800" cy="42702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78308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0" y="1965960"/>
            <a:ext cx="3611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rules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SKU per product, unique user email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unique per product + warehouse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 bound to parent order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hashed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CONFIRMED → PROCESSING → SHIPPED → DELIVERED (or CANCELLED)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APPROVED → ORDERED → RECEIVED (or CANCELLED)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| EVALUATION &amp;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Verification, Limits &amp; Future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66160" cy="2743200"/>
          </a:xfrm>
          <a:prstGeom prst="roundRect">
            <a:avLst>
              <a:gd name="adj" fmla="val 3582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DBD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acceptance test cases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CRUD, duplicate SKU rejected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errors on bad input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blocked from ADMIN-only APIs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89120" y="1600200"/>
            <a:ext cx="3566160" cy="2743200"/>
          </a:xfrm>
          <a:prstGeom prst="roundRect">
            <a:avLst>
              <a:gd name="adj" fmla="val 3582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DBD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2860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barcode / QR scanning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 gateway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shipment tracking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/ SMS notifications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66160" cy="2743200"/>
          </a:xfrm>
          <a:prstGeom prst="roundRect">
            <a:avLst>
              <a:gd name="adj" fmla="val 3582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DBD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2860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analytics, demand prediction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companion app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927080" cy="914400"/>
          </a:xfrm>
          <a:prstGeom prst="roundRect">
            <a:avLst>
              <a:gd name="adj" fmla="val 8276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5623560"/>
            <a:ext cx="10927080" cy="777240"/>
          </a:xfrm>
          <a:prstGeom prst="roundRect">
            <a:avLst>
              <a:gd name="adj" fmla="val 8276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5720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RIMS is a secure, modular inventory and procurement platform that replaces manual spreadsheet records with one role-controlled web application.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1005840" y="5669280"/>
            <a:ext cx="10332720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1E1E1E"/>
                </a:solidFill>
                <a:latin typeface="Calibri"/>
              </a:rPr>
              <a:t>GitHub:  </a:t>
            </a:r>
            <a:r>
              <a:rPr sz="1400" u="sng">
                <a:solidFill>
                  <a:srgbClr val="FFFFFF"/>
                </a:solidFill>
                <a:latin typeface="Calibri"/>
                <a:hlinkClick r:id="rId3"/>
              </a:rPr>
              <a:t>github.com/ajitkumarsaini02/retail-inventory-management-system</a:t>
            </a:r>
          </a:p>
          <a:p>
            <a:pPr algn="l"/>
            <a:r>
              <a:rPr b="1" sz="1400">
                <a:solidFill>
                  <a:srgbClr val="1E1E1E"/>
                </a:solidFill>
                <a:latin typeface="Calibri"/>
              </a:rPr>
              <a:t>Live demo:  </a:t>
            </a:r>
            <a:r>
              <a:rPr sz="1400" u="sng">
                <a:solidFill>
                  <a:srgbClr val="FFFFFF"/>
                </a:solidFill>
                <a:latin typeface="Calibri"/>
                <a:hlinkClick r:id="rId4"/>
              </a:rPr>
              <a:t>rims-erp.vercel.app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2026-10-01T06:05:56Z</dcterms:created>
  <dcterms:modified xsi:type="dcterms:W3CDTF">2026-10-01T06:05:56Z</dcterms:modified>
</cp:coreProperties>
</file>
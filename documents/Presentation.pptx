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126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9590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097280"/>
            <a:ext cx="4206240" cy="4206240"/>
          </a:xfrm>
          <a:prstGeom prst="ellipse">
            <a:avLst/>
          </a:prstGeom>
          <a:solidFill>
            <a:srgbClr val="0F8B8D">
              <a:alpha val="45000"/>
            </a:srgbClr>
          </a:solidFill>
          <a:ln w="12700">
            <a:solidFill>
              <a:srgbClr val="0F8B8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2926080"/>
            <a:ext cx="2926080" cy="2926080"/>
          </a:xfrm>
          <a:prstGeom prst="ellipse">
            <a:avLst/>
          </a:prstGeom>
          <a:solidFill>
            <a:srgbClr val="F2A541">
              <a:alpha val="30000"/>
            </a:srgbClr>
          </a:solidFill>
          <a:ln w="12700">
            <a:solidFill>
              <a:srgbClr val="F2A541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1440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Inventory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System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06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web application: Angular 22 · Spring Boot · MySQL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204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Ajit Kumar Saini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No: 2400320100114  |  B.Tech CSE, 3rd Year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Mentor : Ms. Sakshi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Mohinia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ABES Engineering College, Ghaziabad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Objectives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stock records cause errors, delays and no single view of inventory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E3F2F1"/>
          </a:solidFill>
          <a:ln w="12700">
            <a:solidFill>
              <a:srgbClr val="E3F2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Paper/spreadsheet records go out of date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across warehouses is hard to track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and purchase orders handled separately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role-based control over who can change data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0" y="1554480"/>
            <a:ext cx="411480" cy="41148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166360" y="146304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 products, warehouses and stock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0" y="2331720"/>
            <a:ext cx="411480" cy="41148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331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224028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customer orders and supplier purchase orders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0" y="3108960"/>
            <a:ext cx="411480" cy="41148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30175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access with JWT and ADMIN / USER roles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0" y="3886200"/>
            <a:ext cx="411480" cy="41148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0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379476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clean REST APIs with validation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tiers, each with a clear responsibility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5DDE3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4592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22 (standalone)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v4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Router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HttpClient + JWT interceptor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91840" y="146304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5DDE3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74720" y="164592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12324A"/>
          </a:solidFill>
          <a:ln w="12700">
            <a:solidFill>
              <a:srgbClr val="1232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28600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17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 + JWT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5DDE3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164592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Tools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28600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 (retail_inventory)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npm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/ Thunder Client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200" dirty="0"/>
          </a:p>
        </p:txBody>
      </p:sp>
      <p:pic>
        <p:nvPicPr>
          <p:cNvPr id="3" name="Image 0" descr="image4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05156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Modules &amp; Role-Based Access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Supplier, Purchase Order and User APIs are ADMIN-only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E3F2F1"/>
          </a:solidFill>
          <a:ln w="12700">
            <a:solidFill>
              <a:srgbClr val="E3F2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1280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SKU, brand, price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20240" y="146304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E3F2F1"/>
          </a:solidFill>
          <a:ln w="12700">
            <a:solidFill>
              <a:srgbClr val="E3F2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20240" y="1463040"/>
            <a:ext cx="1280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capacity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46304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E3F2F1"/>
          </a:solidFill>
          <a:ln w="12700">
            <a:solidFill>
              <a:srgbClr val="E3F2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91840" y="1463040"/>
            <a:ext cx="1280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qty, reorder level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E3F2F1"/>
          </a:solidFill>
          <a:ln w="12700">
            <a:solidFill>
              <a:srgbClr val="E3F2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1463040"/>
            <a:ext cx="1280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details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1460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E3F2F1"/>
          </a:solidFill>
          <a:ln w="12700">
            <a:solidFill>
              <a:srgbClr val="E3F2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14600"/>
            <a:ext cx="1280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status stages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920240" y="251460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FCEFD9"/>
          </a:solidFill>
          <a:ln w="12700">
            <a:solidFill>
              <a:srgbClr val="FCEF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20240" y="2514600"/>
            <a:ext cx="1280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only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91840" y="251460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E3F2F1"/>
          </a:solidFill>
          <a:ln w="12700">
            <a:solidFill>
              <a:srgbClr val="E3F2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0" y="2514600"/>
            <a:ext cx="1280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status stages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51460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FCEFD9"/>
          </a:solidFill>
          <a:ln w="12700">
            <a:solidFill>
              <a:srgbClr val="FCEF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2514600"/>
            <a:ext cx="1280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only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6118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Authentication: register &amp; login, JWT issued, first registered account becomes ADMIN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0" y="1463040"/>
            <a:ext cx="2468880" cy="3017520"/>
          </a:xfrm>
          <a:prstGeom prst="roundRect">
            <a:avLst>
              <a:gd name="adj" fmla="val 4444"/>
            </a:avLst>
          </a:prstGeom>
          <a:solidFill>
            <a:srgbClr val="12324A"/>
          </a:solidFill>
          <a:ln w="12700">
            <a:solidFill>
              <a:srgbClr val="1232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09360" y="1600200"/>
            <a:ext cx="2103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access, user management, admin dashboard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7F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Permitted operations: view stock, manage customers, create orders, user dashboard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normalized tables with primary, foreign and unique keys</a:t>
            </a:r>
            <a:endParaRPr lang="en-US" sz="1500" dirty="0"/>
          </a:p>
        </p:txBody>
      </p:sp>
      <p:pic>
        <p:nvPicPr>
          <p:cNvPr id="4" name="Image 0" descr="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325880"/>
            <a:ext cx="4526280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2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integrity rules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SKU per product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per product and warehouse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 passwords, enum roles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Order: PENDING → CONFIRMED → PROCESSING → SHIPPED → DELIVERED / CANCELLED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PO: PENDING → APPROVED → ORDERED → RECEIVED / CANCELLED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3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Testing, Scope &amp; Conclusion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1C4463"/>
          </a:solidFill>
          <a:ln w="12700">
            <a:solidFill>
              <a:srgbClr val="1C446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2148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acceptance test cases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CRUD, duplicate SKU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ADMIN-only access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API, unit and frontend testing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91840" y="123444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1C4463"/>
          </a:solidFill>
          <a:ln w="12700">
            <a:solidFill>
              <a:srgbClr val="1C44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371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828800"/>
            <a:ext cx="2148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barcode/QR scanning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payment gateway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shipment tracking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email/SMS alerts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23444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1C4463"/>
          </a:solidFill>
          <a:ln w="12700">
            <a:solidFill>
              <a:srgbClr val="1C44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371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28800"/>
            <a:ext cx="2148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Low-stock alerts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demand prediction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86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RIMS delivers a secure, modular inventory platform that replaces manual records with a single, role-controlled web application.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405</Words>
  <Application>Microsoft Office PowerPoint</Application>
  <PresentationFormat>On-screen Show (16:9)</PresentationFormat>
  <Paragraphs>98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Ajit Kumar Saini</cp:lastModifiedBy>
  <cp:revision>4</cp:revision>
  <dcterms:created xsi:type="dcterms:W3CDTF">2026-09-30T18:02:10Z</dcterms:created>
  <dcterms:modified xsi:type="dcterms:W3CDTF">2026-10-01T04:33:25Z</dcterms:modified>
</cp:coreProperties>
</file>
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16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0F8B8D">
              <a:alpha val="40000"/>
            </a:srgbClr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F2A541">
              <a:alpha val="25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Inventory Management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with stateless JWT security and multi-warehouse inventory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1C4463"/>
          </a:solidFill>
          <a:ln w="12700">
            <a:solidFill>
              <a:srgbClr val="2F6A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1C4463"/>
          </a:solidFill>
          <a:ln w="12700">
            <a:solidFill>
              <a:srgbClr val="2F6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1C4463"/>
          </a:solidFill>
          <a:ln w="12700">
            <a:solidFill>
              <a:srgbClr val="2F6A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1C4463"/>
          </a:solidFill>
          <a:ln w="12700">
            <a:solidFill>
              <a:srgbClr val="2F6A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3794760"/>
            <a:ext cx="1965960" cy="411480"/>
          </a:xfrm>
          <a:prstGeom prst="roundRect">
            <a:avLst>
              <a:gd name="adj" fmla="val 44444"/>
            </a:avLst>
          </a:prstGeom>
          <a:solidFill>
            <a:srgbClr val="1C4463"/>
          </a:solidFill>
          <a:ln w="12700">
            <a:solidFill>
              <a:srgbClr val="2F6A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3794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C4463"/>
          </a:solidFill>
          <a:ln w="12700">
            <a:solidFill>
              <a:srgbClr val="1C44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Ajit Kumar Saini | 2400320100114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Year · ABES Engineering College, Ghaziabad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C4463"/>
          </a:solidFill>
          <a:ln w="12700">
            <a:solidFill>
              <a:srgbClr val="1C44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Sakshi Mohinia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error-prone manual records with one integrated inventory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paper cause duplication and discrepancies.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10128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&amp; holding costs: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low-stock warnings leads to shortages or overstock.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8853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blindspots: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on-hand vs reserved view per hub.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266944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access: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boundary between operators and administrators.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377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inventory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warehouses and stock in one relational store.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337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order pipelines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 (6 stages) and purchase orders (5 stages).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43434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297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RBAC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with JWT; ADMIN and USER roles.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530352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5257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interface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SPA with REST APIs and Tailwind UI.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TECHNICAL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three-tier architecture built on industry-standard frameworks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22 &amp; Tailwind v4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components, Router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with Signals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for protected pages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with JWT interceptor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dual theme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&amp; Security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LTS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filter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(@NotNull, @Min)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011680"/>
            <a:ext cx="3108960" cy="411480"/>
          </a:xfrm>
          <a:prstGeom prst="roundRect">
            <a:avLst>
              <a:gd name="adj" fmla="val 2222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TOOLS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 &amp; Tooling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004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normalized tables (3NF)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keys, unique SKU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Thunder Client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npm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Architecture &amp; Request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communication with JWT filter gatekeeping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406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age4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71323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7830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sends JSON requests with an Authorization: Bearer header.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58200" y="301752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29718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validates the token and extracts the role.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58200" y="406908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4023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check stock and manage order lifecycles.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458200" y="512064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582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over JDBC to MySQL.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MODULES &amp; RBAC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Modules &amp; Access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modules; Supplier, Purchase Order and User APIs are ADMIN-only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brand, category, price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contact, status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On-hand, reserved, reorder level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06840" y="17830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89720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contact details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orders, 6 stages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2900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BE9ED"/>
          </a:solidFill>
          <a:ln w="12700">
            <a:solidFill>
              <a:srgbClr val="FBE9E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profiles · ADMIN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BE9ED"/>
          </a:solidFill>
          <a:ln w="12700">
            <a:solidFill>
              <a:srgbClr val="FBE9E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receive stock · ADMIN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06840" y="29718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BE9ED"/>
          </a:solidFill>
          <a:ln w="12700">
            <a:solidFill>
              <a:srgbClr val="FBE9E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89720" y="3063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roles · ADMIN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389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modules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purchase orders; receiving stock raises inventory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suppliers, users and roles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25196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29400" y="438912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entry and customer lookup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products and stock availability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registered account becomes ADMIN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&amp; ER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normalized tables enforcing referential integrity and status pipelines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6400800" cy="4270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7830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0" y="196596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 per product, unique user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unique per product + warehouse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bound to parent order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hashed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CONFIRMED → PROCESSING → SHIPPED → DELIVERED (or CANCELLED)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 → ORDERED → RECEIVED (or CANCELLED)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EVALUATION &amp;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Limits &amp; 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1C4463"/>
          </a:solidFill>
          <a:ln w="12700">
            <a:solidFill>
              <a:srgbClr val="1C44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acceptance test cases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CRUD, duplicate SKU rejected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on bad input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blocked from ADMIN-only APIs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1C4463"/>
          </a:solidFill>
          <a:ln w="12700">
            <a:solidFill>
              <a:srgbClr val="1C44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barcode / QR scanning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gateway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shipment tracking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/ SMS notifications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1C4463"/>
          </a:solidFill>
          <a:ln w="12700">
            <a:solidFill>
              <a:srgbClr val="1C44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analytics, demand prediction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27080" cy="1325880"/>
          </a:xfrm>
          <a:prstGeom prst="roundRect">
            <a:avLst>
              <a:gd name="adj" fmla="val 827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RIMS is a secure, modular inventory and procurement platform that replaces manual spreadsheet records with one role-controlled web application.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616</Words>
  <Application>Microsoft Office PowerPoint</Application>
  <PresentationFormat>Widescreen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Ajit Kumar Saini</cp:lastModifiedBy>
  <cp:revision>2</cp:revision>
  <dcterms:created xsi:type="dcterms:W3CDTF">2026-10-01T06:05:10Z</dcterms:created>
  <dcterms:modified xsi:type="dcterms:W3CDTF">2026-10-01T06:16:05Z</dcterms:modified>
</cp:coreProperties>
</file>